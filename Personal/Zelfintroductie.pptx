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3F3651-235C-8A6F-1E1C-A81958BEE207}"/>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0356A6A3-98E4-4039-D943-F722EA05D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5BE68027-C621-8508-FCA3-32D8EFD4CB0D}"/>
              </a:ext>
            </a:extLst>
          </p:cNvPr>
          <p:cNvSpPr>
            <a:spLocks noGrp="1"/>
          </p:cNvSpPr>
          <p:nvPr>
            <p:ph type="dt" sz="half" idx="10"/>
          </p:nvPr>
        </p:nvSpPr>
        <p:spPr/>
        <p:txBody>
          <a:bodyPr/>
          <a:lstStyle/>
          <a:p>
            <a:fld id="{91CE9D74-607B-4057-9577-9BF66A4D80FE}" type="datetimeFigureOut">
              <a:rPr lang="nl-NL" smtClean="0"/>
              <a:t>3-9-2026</a:t>
            </a:fld>
            <a:endParaRPr lang="nl-NL"/>
          </a:p>
        </p:txBody>
      </p:sp>
      <p:sp>
        <p:nvSpPr>
          <p:cNvPr id="5" name="Tijdelijke aanduiding voor voettekst 4">
            <a:extLst>
              <a:ext uri="{FF2B5EF4-FFF2-40B4-BE49-F238E27FC236}">
                <a16:creationId xmlns:a16="http://schemas.microsoft.com/office/drawing/2014/main" id="{F369F990-3D19-D1FB-A4A0-C593AB74C1BC}"/>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99EF076-B6F1-E538-404C-B9B7FA1FB779}"/>
              </a:ext>
            </a:extLst>
          </p:cNvPr>
          <p:cNvSpPr>
            <a:spLocks noGrp="1"/>
          </p:cNvSpPr>
          <p:nvPr>
            <p:ph type="sldNum" sz="quarter" idx="12"/>
          </p:nvPr>
        </p:nvSpPr>
        <p:spPr/>
        <p:txBody>
          <a:bodyPr/>
          <a:lstStyle/>
          <a:p>
            <a:fld id="{0CDDB5FD-28CA-43E8-A741-9549C31C3429}" type="slidenum">
              <a:rPr lang="nl-NL" smtClean="0"/>
              <a:t>‹nr.›</a:t>
            </a:fld>
            <a:endParaRPr lang="nl-NL"/>
          </a:p>
        </p:txBody>
      </p:sp>
    </p:spTree>
    <p:extLst>
      <p:ext uri="{BB962C8B-B14F-4D97-AF65-F5344CB8AC3E}">
        <p14:creationId xmlns:p14="http://schemas.microsoft.com/office/powerpoint/2010/main" val="3111294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B3F6A8-6A23-4493-6DB0-F3C09C9F1E75}"/>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18858E68-D51F-91B0-FC60-134870E4DC0A}"/>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D2418F8-2354-4C1D-66DB-D173B27C754A}"/>
              </a:ext>
            </a:extLst>
          </p:cNvPr>
          <p:cNvSpPr>
            <a:spLocks noGrp="1"/>
          </p:cNvSpPr>
          <p:nvPr>
            <p:ph type="dt" sz="half" idx="10"/>
          </p:nvPr>
        </p:nvSpPr>
        <p:spPr/>
        <p:txBody>
          <a:bodyPr/>
          <a:lstStyle/>
          <a:p>
            <a:fld id="{91CE9D74-607B-4057-9577-9BF66A4D80FE}" type="datetimeFigureOut">
              <a:rPr lang="nl-NL" smtClean="0"/>
              <a:t>3-9-2026</a:t>
            </a:fld>
            <a:endParaRPr lang="nl-NL"/>
          </a:p>
        </p:txBody>
      </p:sp>
      <p:sp>
        <p:nvSpPr>
          <p:cNvPr id="5" name="Tijdelijke aanduiding voor voettekst 4">
            <a:extLst>
              <a:ext uri="{FF2B5EF4-FFF2-40B4-BE49-F238E27FC236}">
                <a16:creationId xmlns:a16="http://schemas.microsoft.com/office/drawing/2014/main" id="{14A70464-3810-903C-5CC4-25A49E1E5B2D}"/>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4B81FBF1-D346-D571-3CEE-306D02D45AFB}"/>
              </a:ext>
            </a:extLst>
          </p:cNvPr>
          <p:cNvSpPr>
            <a:spLocks noGrp="1"/>
          </p:cNvSpPr>
          <p:nvPr>
            <p:ph type="sldNum" sz="quarter" idx="12"/>
          </p:nvPr>
        </p:nvSpPr>
        <p:spPr/>
        <p:txBody>
          <a:bodyPr/>
          <a:lstStyle/>
          <a:p>
            <a:fld id="{0CDDB5FD-28CA-43E8-A741-9549C31C3429}" type="slidenum">
              <a:rPr lang="nl-NL" smtClean="0"/>
              <a:t>‹nr.›</a:t>
            </a:fld>
            <a:endParaRPr lang="nl-NL"/>
          </a:p>
        </p:txBody>
      </p:sp>
    </p:spTree>
    <p:extLst>
      <p:ext uri="{BB962C8B-B14F-4D97-AF65-F5344CB8AC3E}">
        <p14:creationId xmlns:p14="http://schemas.microsoft.com/office/powerpoint/2010/main" val="3874593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A75AEF7-2411-FF7C-CA70-D0280E4BE76A}"/>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5B101CB8-92CA-880E-4751-7751A980BB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6220883B-D4BB-36ED-A7C9-7FB59D9FB0D1}"/>
              </a:ext>
            </a:extLst>
          </p:cNvPr>
          <p:cNvSpPr>
            <a:spLocks noGrp="1"/>
          </p:cNvSpPr>
          <p:nvPr>
            <p:ph type="dt" sz="half" idx="10"/>
          </p:nvPr>
        </p:nvSpPr>
        <p:spPr/>
        <p:txBody>
          <a:bodyPr/>
          <a:lstStyle/>
          <a:p>
            <a:fld id="{91CE9D74-607B-4057-9577-9BF66A4D80FE}" type="datetimeFigureOut">
              <a:rPr lang="nl-NL" smtClean="0"/>
              <a:t>3-9-2026</a:t>
            </a:fld>
            <a:endParaRPr lang="nl-NL"/>
          </a:p>
        </p:txBody>
      </p:sp>
      <p:sp>
        <p:nvSpPr>
          <p:cNvPr id="5" name="Tijdelijke aanduiding voor voettekst 4">
            <a:extLst>
              <a:ext uri="{FF2B5EF4-FFF2-40B4-BE49-F238E27FC236}">
                <a16:creationId xmlns:a16="http://schemas.microsoft.com/office/drawing/2014/main" id="{87C53DC3-0A46-FBBE-4A21-D5F2ED0570F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13D7EB4-3E8F-4A60-824B-19B1BE789333}"/>
              </a:ext>
            </a:extLst>
          </p:cNvPr>
          <p:cNvSpPr>
            <a:spLocks noGrp="1"/>
          </p:cNvSpPr>
          <p:nvPr>
            <p:ph type="sldNum" sz="quarter" idx="12"/>
          </p:nvPr>
        </p:nvSpPr>
        <p:spPr/>
        <p:txBody>
          <a:bodyPr/>
          <a:lstStyle/>
          <a:p>
            <a:fld id="{0CDDB5FD-28CA-43E8-A741-9549C31C3429}" type="slidenum">
              <a:rPr lang="nl-NL" smtClean="0"/>
              <a:t>‹nr.›</a:t>
            </a:fld>
            <a:endParaRPr lang="nl-NL"/>
          </a:p>
        </p:txBody>
      </p:sp>
    </p:spTree>
    <p:extLst>
      <p:ext uri="{BB962C8B-B14F-4D97-AF65-F5344CB8AC3E}">
        <p14:creationId xmlns:p14="http://schemas.microsoft.com/office/powerpoint/2010/main" val="3217823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CBF5BD-0BAE-E5D1-B33D-5ED501A60664}"/>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3FB5CF7E-2ABC-2F91-B90E-281D23DD3637}"/>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50F4730B-F2AF-737C-FA54-968C56FE6F5E}"/>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9488C73D-2A92-9755-8FC8-3C74A9D5F4D8}"/>
              </a:ext>
            </a:extLst>
          </p:cNvPr>
          <p:cNvSpPr>
            <a:spLocks noGrp="1"/>
          </p:cNvSpPr>
          <p:nvPr>
            <p:ph type="dt" sz="half" idx="10"/>
          </p:nvPr>
        </p:nvSpPr>
        <p:spPr/>
        <p:txBody>
          <a:bodyPr/>
          <a:lstStyle/>
          <a:p>
            <a:fld id="{91CE9D74-607B-4057-9577-9BF66A4D80FE}" type="datetimeFigureOut">
              <a:rPr lang="nl-NL" smtClean="0"/>
              <a:t>3-9-2026</a:t>
            </a:fld>
            <a:endParaRPr lang="nl-NL"/>
          </a:p>
        </p:txBody>
      </p:sp>
      <p:sp>
        <p:nvSpPr>
          <p:cNvPr id="6" name="Tijdelijke aanduiding voor voettekst 5">
            <a:extLst>
              <a:ext uri="{FF2B5EF4-FFF2-40B4-BE49-F238E27FC236}">
                <a16:creationId xmlns:a16="http://schemas.microsoft.com/office/drawing/2014/main" id="{52D034B8-0738-8E0C-EAAF-883CDAEF9E39}"/>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0CA90D14-DE30-5DF0-F2C7-AD7F167BD2FB}"/>
              </a:ext>
            </a:extLst>
          </p:cNvPr>
          <p:cNvSpPr>
            <a:spLocks noGrp="1"/>
          </p:cNvSpPr>
          <p:nvPr>
            <p:ph type="sldNum" sz="quarter" idx="12"/>
          </p:nvPr>
        </p:nvSpPr>
        <p:spPr/>
        <p:txBody>
          <a:bodyPr/>
          <a:lstStyle/>
          <a:p>
            <a:fld id="{0CDDB5FD-28CA-43E8-A741-9549C31C3429}" type="slidenum">
              <a:rPr lang="nl-NL" smtClean="0"/>
              <a:t>‹nr.›</a:t>
            </a:fld>
            <a:endParaRPr lang="nl-NL"/>
          </a:p>
        </p:txBody>
      </p:sp>
    </p:spTree>
    <p:extLst>
      <p:ext uri="{BB962C8B-B14F-4D97-AF65-F5344CB8AC3E}">
        <p14:creationId xmlns:p14="http://schemas.microsoft.com/office/powerpoint/2010/main" val="4092204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5D3913-26FE-6513-BDED-2681A8E311B8}"/>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2EF94C03-94D9-81EF-8204-DEA18313C8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254B521E-8B35-B08D-A2C1-9EBA0BD7E0A3}"/>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8D93921B-2940-16DA-6072-D813DB5F94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E7D84477-FC27-93E0-961D-1EC1E574FF62}"/>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DF8E0890-D2C8-83D8-EAEE-9E3AEBF0AF02}"/>
              </a:ext>
            </a:extLst>
          </p:cNvPr>
          <p:cNvSpPr>
            <a:spLocks noGrp="1"/>
          </p:cNvSpPr>
          <p:nvPr>
            <p:ph type="dt" sz="half" idx="10"/>
          </p:nvPr>
        </p:nvSpPr>
        <p:spPr/>
        <p:txBody>
          <a:bodyPr/>
          <a:lstStyle/>
          <a:p>
            <a:fld id="{91CE9D74-607B-4057-9577-9BF66A4D80FE}" type="datetimeFigureOut">
              <a:rPr lang="nl-NL" smtClean="0"/>
              <a:t>3-9-2026</a:t>
            </a:fld>
            <a:endParaRPr lang="nl-NL"/>
          </a:p>
        </p:txBody>
      </p:sp>
      <p:sp>
        <p:nvSpPr>
          <p:cNvPr id="8" name="Tijdelijke aanduiding voor voettekst 7">
            <a:extLst>
              <a:ext uri="{FF2B5EF4-FFF2-40B4-BE49-F238E27FC236}">
                <a16:creationId xmlns:a16="http://schemas.microsoft.com/office/drawing/2014/main" id="{0EEDFF12-D2B7-3CAC-4A46-5DDC08D76929}"/>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48872F88-B227-3B35-A1E3-15497D0381DF}"/>
              </a:ext>
            </a:extLst>
          </p:cNvPr>
          <p:cNvSpPr>
            <a:spLocks noGrp="1"/>
          </p:cNvSpPr>
          <p:nvPr>
            <p:ph type="sldNum" sz="quarter" idx="12"/>
          </p:nvPr>
        </p:nvSpPr>
        <p:spPr/>
        <p:txBody>
          <a:bodyPr/>
          <a:lstStyle/>
          <a:p>
            <a:fld id="{0CDDB5FD-28CA-43E8-A741-9549C31C3429}" type="slidenum">
              <a:rPr lang="nl-NL" smtClean="0"/>
              <a:t>‹nr.›</a:t>
            </a:fld>
            <a:endParaRPr lang="nl-NL"/>
          </a:p>
        </p:txBody>
      </p:sp>
    </p:spTree>
    <p:extLst>
      <p:ext uri="{BB962C8B-B14F-4D97-AF65-F5344CB8AC3E}">
        <p14:creationId xmlns:p14="http://schemas.microsoft.com/office/powerpoint/2010/main" val="3285525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7DD6B1-B275-F352-5E92-45C3837A5333}"/>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01F70A2A-C5D4-818F-4163-9E6A372D7D63}"/>
              </a:ext>
            </a:extLst>
          </p:cNvPr>
          <p:cNvSpPr>
            <a:spLocks noGrp="1"/>
          </p:cNvSpPr>
          <p:nvPr>
            <p:ph type="dt" sz="half" idx="10"/>
          </p:nvPr>
        </p:nvSpPr>
        <p:spPr/>
        <p:txBody>
          <a:bodyPr/>
          <a:lstStyle/>
          <a:p>
            <a:fld id="{91CE9D74-607B-4057-9577-9BF66A4D80FE}" type="datetimeFigureOut">
              <a:rPr lang="nl-NL" smtClean="0"/>
              <a:t>3-9-2026</a:t>
            </a:fld>
            <a:endParaRPr lang="nl-NL"/>
          </a:p>
        </p:txBody>
      </p:sp>
      <p:sp>
        <p:nvSpPr>
          <p:cNvPr id="4" name="Tijdelijke aanduiding voor voettekst 3">
            <a:extLst>
              <a:ext uri="{FF2B5EF4-FFF2-40B4-BE49-F238E27FC236}">
                <a16:creationId xmlns:a16="http://schemas.microsoft.com/office/drawing/2014/main" id="{33283B23-9FE6-ED91-5499-0B425997C259}"/>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4A8CE1F9-1940-15BD-283A-B57F6E9B565D}"/>
              </a:ext>
            </a:extLst>
          </p:cNvPr>
          <p:cNvSpPr>
            <a:spLocks noGrp="1"/>
          </p:cNvSpPr>
          <p:nvPr>
            <p:ph type="sldNum" sz="quarter" idx="12"/>
          </p:nvPr>
        </p:nvSpPr>
        <p:spPr/>
        <p:txBody>
          <a:bodyPr/>
          <a:lstStyle/>
          <a:p>
            <a:fld id="{0CDDB5FD-28CA-43E8-A741-9549C31C3429}" type="slidenum">
              <a:rPr lang="nl-NL" smtClean="0"/>
              <a:t>‹nr.›</a:t>
            </a:fld>
            <a:endParaRPr lang="nl-NL"/>
          </a:p>
        </p:txBody>
      </p:sp>
    </p:spTree>
    <p:extLst>
      <p:ext uri="{BB962C8B-B14F-4D97-AF65-F5344CB8AC3E}">
        <p14:creationId xmlns:p14="http://schemas.microsoft.com/office/powerpoint/2010/main" val="2366388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050631C2-F229-9CAB-93E0-9886923AA9BD}"/>
              </a:ext>
            </a:extLst>
          </p:cNvPr>
          <p:cNvSpPr>
            <a:spLocks noGrp="1"/>
          </p:cNvSpPr>
          <p:nvPr>
            <p:ph type="dt" sz="half" idx="10"/>
          </p:nvPr>
        </p:nvSpPr>
        <p:spPr/>
        <p:txBody>
          <a:bodyPr/>
          <a:lstStyle/>
          <a:p>
            <a:fld id="{91CE9D74-607B-4057-9577-9BF66A4D80FE}" type="datetimeFigureOut">
              <a:rPr lang="nl-NL" smtClean="0"/>
              <a:t>3-9-2026</a:t>
            </a:fld>
            <a:endParaRPr lang="nl-NL"/>
          </a:p>
        </p:txBody>
      </p:sp>
      <p:sp>
        <p:nvSpPr>
          <p:cNvPr id="3" name="Tijdelijke aanduiding voor voettekst 2">
            <a:extLst>
              <a:ext uri="{FF2B5EF4-FFF2-40B4-BE49-F238E27FC236}">
                <a16:creationId xmlns:a16="http://schemas.microsoft.com/office/drawing/2014/main" id="{9ECF1057-7932-20C6-C9E9-BF1B677B645F}"/>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A6076002-294D-B284-666B-F27B3664416E}"/>
              </a:ext>
            </a:extLst>
          </p:cNvPr>
          <p:cNvSpPr>
            <a:spLocks noGrp="1"/>
          </p:cNvSpPr>
          <p:nvPr>
            <p:ph type="sldNum" sz="quarter" idx="12"/>
          </p:nvPr>
        </p:nvSpPr>
        <p:spPr/>
        <p:txBody>
          <a:bodyPr/>
          <a:lstStyle/>
          <a:p>
            <a:fld id="{0CDDB5FD-28CA-43E8-A741-9549C31C3429}" type="slidenum">
              <a:rPr lang="nl-NL" smtClean="0"/>
              <a:t>‹nr.›</a:t>
            </a:fld>
            <a:endParaRPr lang="nl-NL"/>
          </a:p>
        </p:txBody>
      </p:sp>
    </p:spTree>
    <p:extLst>
      <p:ext uri="{BB962C8B-B14F-4D97-AF65-F5344CB8AC3E}">
        <p14:creationId xmlns:p14="http://schemas.microsoft.com/office/powerpoint/2010/main" val="139352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B4B5B0-6B76-E779-84B1-C5CFF157DC84}"/>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0BED9422-D350-4449-849D-1C67081A28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C4D831F2-385D-8C89-BCB9-9F66B53F37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270CEF6-863F-8A6B-A22B-E3EE6DEA8BED}"/>
              </a:ext>
            </a:extLst>
          </p:cNvPr>
          <p:cNvSpPr>
            <a:spLocks noGrp="1"/>
          </p:cNvSpPr>
          <p:nvPr>
            <p:ph type="dt" sz="half" idx="10"/>
          </p:nvPr>
        </p:nvSpPr>
        <p:spPr/>
        <p:txBody>
          <a:bodyPr/>
          <a:lstStyle/>
          <a:p>
            <a:fld id="{91CE9D74-607B-4057-9577-9BF66A4D80FE}" type="datetimeFigureOut">
              <a:rPr lang="nl-NL" smtClean="0"/>
              <a:t>3-9-2026</a:t>
            </a:fld>
            <a:endParaRPr lang="nl-NL"/>
          </a:p>
        </p:txBody>
      </p:sp>
      <p:sp>
        <p:nvSpPr>
          <p:cNvPr id="6" name="Tijdelijke aanduiding voor voettekst 5">
            <a:extLst>
              <a:ext uri="{FF2B5EF4-FFF2-40B4-BE49-F238E27FC236}">
                <a16:creationId xmlns:a16="http://schemas.microsoft.com/office/drawing/2014/main" id="{F294ED6E-FB84-4AB8-9309-8ABE7854B298}"/>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F93C21FF-64BD-775D-66D7-441637F5AD32}"/>
              </a:ext>
            </a:extLst>
          </p:cNvPr>
          <p:cNvSpPr>
            <a:spLocks noGrp="1"/>
          </p:cNvSpPr>
          <p:nvPr>
            <p:ph type="sldNum" sz="quarter" idx="12"/>
          </p:nvPr>
        </p:nvSpPr>
        <p:spPr/>
        <p:txBody>
          <a:bodyPr/>
          <a:lstStyle/>
          <a:p>
            <a:fld id="{0CDDB5FD-28CA-43E8-A741-9549C31C3429}" type="slidenum">
              <a:rPr lang="nl-NL" smtClean="0"/>
              <a:t>‹nr.›</a:t>
            </a:fld>
            <a:endParaRPr lang="nl-NL"/>
          </a:p>
        </p:txBody>
      </p:sp>
    </p:spTree>
    <p:extLst>
      <p:ext uri="{BB962C8B-B14F-4D97-AF65-F5344CB8AC3E}">
        <p14:creationId xmlns:p14="http://schemas.microsoft.com/office/powerpoint/2010/main" val="403437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156083-FCB9-580E-7D6D-4F39B958A6A8}"/>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D7CCB889-BAD0-FE64-069F-239CE1D38C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464FDCEC-914B-A5FA-0C28-460B408622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66C8E5B9-88CF-0749-5AE3-D63393155E7E}"/>
              </a:ext>
            </a:extLst>
          </p:cNvPr>
          <p:cNvSpPr>
            <a:spLocks noGrp="1"/>
          </p:cNvSpPr>
          <p:nvPr>
            <p:ph type="dt" sz="half" idx="10"/>
          </p:nvPr>
        </p:nvSpPr>
        <p:spPr/>
        <p:txBody>
          <a:bodyPr/>
          <a:lstStyle/>
          <a:p>
            <a:fld id="{91CE9D74-607B-4057-9577-9BF66A4D80FE}" type="datetimeFigureOut">
              <a:rPr lang="nl-NL" smtClean="0"/>
              <a:t>3-9-2026</a:t>
            </a:fld>
            <a:endParaRPr lang="nl-NL"/>
          </a:p>
        </p:txBody>
      </p:sp>
      <p:sp>
        <p:nvSpPr>
          <p:cNvPr id="6" name="Tijdelijke aanduiding voor voettekst 5">
            <a:extLst>
              <a:ext uri="{FF2B5EF4-FFF2-40B4-BE49-F238E27FC236}">
                <a16:creationId xmlns:a16="http://schemas.microsoft.com/office/drawing/2014/main" id="{91BEEB95-328D-898F-8280-1AB5A3A39452}"/>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C7958E39-CAA2-A6B7-EC29-52A2EFFB0A55}"/>
              </a:ext>
            </a:extLst>
          </p:cNvPr>
          <p:cNvSpPr>
            <a:spLocks noGrp="1"/>
          </p:cNvSpPr>
          <p:nvPr>
            <p:ph type="sldNum" sz="quarter" idx="12"/>
          </p:nvPr>
        </p:nvSpPr>
        <p:spPr/>
        <p:txBody>
          <a:bodyPr/>
          <a:lstStyle/>
          <a:p>
            <a:fld id="{0CDDB5FD-28CA-43E8-A741-9549C31C3429}" type="slidenum">
              <a:rPr lang="nl-NL" smtClean="0"/>
              <a:t>‹nr.›</a:t>
            </a:fld>
            <a:endParaRPr lang="nl-NL"/>
          </a:p>
        </p:txBody>
      </p:sp>
    </p:spTree>
    <p:extLst>
      <p:ext uri="{BB962C8B-B14F-4D97-AF65-F5344CB8AC3E}">
        <p14:creationId xmlns:p14="http://schemas.microsoft.com/office/powerpoint/2010/main" val="315977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DC2858-8332-0F73-5703-CD7D00A5437B}"/>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7261DAA8-CA32-20F1-5427-EEC3377BDA54}"/>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27E275E2-B1A9-8200-A40B-038BFBD7A41C}"/>
              </a:ext>
            </a:extLst>
          </p:cNvPr>
          <p:cNvSpPr>
            <a:spLocks noGrp="1"/>
          </p:cNvSpPr>
          <p:nvPr>
            <p:ph type="dt" sz="half" idx="10"/>
          </p:nvPr>
        </p:nvSpPr>
        <p:spPr/>
        <p:txBody>
          <a:bodyPr/>
          <a:lstStyle/>
          <a:p>
            <a:fld id="{91CE9D74-607B-4057-9577-9BF66A4D80FE}" type="datetimeFigureOut">
              <a:rPr lang="nl-NL" smtClean="0"/>
              <a:t>3-9-2026</a:t>
            </a:fld>
            <a:endParaRPr lang="nl-NL"/>
          </a:p>
        </p:txBody>
      </p:sp>
      <p:sp>
        <p:nvSpPr>
          <p:cNvPr id="5" name="Tijdelijke aanduiding voor voettekst 4">
            <a:extLst>
              <a:ext uri="{FF2B5EF4-FFF2-40B4-BE49-F238E27FC236}">
                <a16:creationId xmlns:a16="http://schemas.microsoft.com/office/drawing/2014/main" id="{A56B90A9-F0E8-2B0B-249D-ACCD6AA6B89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78A6CB32-CA9C-E8D0-E866-6E022EF506F1}"/>
              </a:ext>
            </a:extLst>
          </p:cNvPr>
          <p:cNvSpPr>
            <a:spLocks noGrp="1"/>
          </p:cNvSpPr>
          <p:nvPr>
            <p:ph type="sldNum" sz="quarter" idx="12"/>
          </p:nvPr>
        </p:nvSpPr>
        <p:spPr/>
        <p:txBody>
          <a:bodyPr/>
          <a:lstStyle/>
          <a:p>
            <a:fld id="{0CDDB5FD-28CA-43E8-A741-9549C31C3429}" type="slidenum">
              <a:rPr lang="nl-NL" smtClean="0"/>
              <a:t>‹nr.›</a:t>
            </a:fld>
            <a:endParaRPr lang="nl-NL"/>
          </a:p>
        </p:txBody>
      </p:sp>
    </p:spTree>
    <p:extLst>
      <p:ext uri="{BB962C8B-B14F-4D97-AF65-F5344CB8AC3E}">
        <p14:creationId xmlns:p14="http://schemas.microsoft.com/office/powerpoint/2010/main" val="1021621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AF35A09A-66A8-2B51-2403-0B07226F3088}"/>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58F6D7FE-CC19-0C9F-8341-D6F00024BACE}"/>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CC6B7106-4D88-2110-2A5D-2D157DC08A5A}"/>
              </a:ext>
            </a:extLst>
          </p:cNvPr>
          <p:cNvSpPr>
            <a:spLocks noGrp="1"/>
          </p:cNvSpPr>
          <p:nvPr>
            <p:ph type="dt" sz="half" idx="10"/>
          </p:nvPr>
        </p:nvSpPr>
        <p:spPr/>
        <p:txBody>
          <a:bodyPr/>
          <a:lstStyle/>
          <a:p>
            <a:fld id="{91CE9D74-607B-4057-9577-9BF66A4D80FE}" type="datetimeFigureOut">
              <a:rPr lang="nl-NL" smtClean="0"/>
              <a:t>3-9-2026</a:t>
            </a:fld>
            <a:endParaRPr lang="nl-NL"/>
          </a:p>
        </p:txBody>
      </p:sp>
      <p:sp>
        <p:nvSpPr>
          <p:cNvPr id="5" name="Tijdelijke aanduiding voor voettekst 4">
            <a:extLst>
              <a:ext uri="{FF2B5EF4-FFF2-40B4-BE49-F238E27FC236}">
                <a16:creationId xmlns:a16="http://schemas.microsoft.com/office/drawing/2014/main" id="{6FAA220D-0789-6851-9661-3937A2B4C3A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4A30862E-F992-95FA-E51B-34BC401A98F5}"/>
              </a:ext>
            </a:extLst>
          </p:cNvPr>
          <p:cNvSpPr>
            <a:spLocks noGrp="1"/>
          </p:cNvSpPr>
          <p:nvPr>
            <p:ph type="sldNum" sz="quarter" idx="12"/>
          </p:nvPr>
        </p:nvSpPr>
        <p:spPr/>
        <p:txBody>
          <a:bodyPr/>
          <a:lstStyle/>
          <a:p>
            <a:fld id="{0CDDB5FD-28CA-43E8-A741-9549C31C3429}" type="slidenum">
              <a:rPr lang="nl-NL" smtClean="0"/>
              <a:t>‹nr.›</a:t>
            </a:fld>
            <a:endParaRPr lang="nl-NL"/>
          </a:p>
        </p:txBody>
      </p:sp>
    </p:spTree>
    <p:extLst>
      <p:ext uri="{BB962C8B-B14F-4D97-AF65-F5344CB8AC3E}">
        <p14:creationId xmlns:p14="http://schemas.microsoft.com/office/powerpoint/2010/main" val="4131873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C553F54E-72F3-77F9-668E-3CAAA6ED76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4B83BD18-E48E-F83A-45C5-7D3DC6974F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26CE2A28-235F-81EC-2880-550696F441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CE9D74-607B-4057-9577-9BF66A4D80FE}" type="datetimeFigureOut">
              <a:rPr lang="nl-NL" smtClean="0"/>
              <a:t>3-9-2026</a:t>
            </a:fld>
            <a:endParaRPr lang="nl-NL"/>
          </a:p>
        </p:txBody>
      </p:sp>
      <p:sp>
        <p:nvSpPr>
          <p:cNvPr id="5" name="Tijdelijke aanduiding voor voettekst 4">
            <a:extLst>
              <a:ext uri="{FF2B5EF4-FFF2-40B4-BE49-F238E27FC236}">
                <a16:creationId xmlns:a16="http://schemas.microsoft.com/office/drawing/2014/main" id="{9218F808-1D4C-D13F-1ACB-73FFBD3F25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18896B00-9BE0-7A2D-C815-282B20FF9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DDB5FD-28CA-43E8-A741-9549C31C3429}" type="slidenum">
              <a:rPr lang="nl-NL" smtClean="0"/>
              <a:t>‹nr.›</a:t>
            </a:fld>
            <a:endParaRPr lang="nl-NL"/>
          </a:p>
        </p:txBody>
      </p:sp>
    </p:spTree>
    <p:extLst>
      <p:ext uri="{BB962C8B-B14F-4D97-AF65-F5344CB8AC3E}">
        <p14:creationId xmlns:p14="http://schemas.microsoft.com/office/powerpoint/2010/main" val="15817795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youtube.com/watch?v=Q9ahUPq5Dq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3A8BEE-C941-0548-08EF-64E1CEAD978E}"/>
              </a:ext>
            </a:extLst>
          </p:cNvPr>
          <p:cNvSpPr>
            <a:spLocks noGrp="1"/>
          </p:cNvSpPr>
          <p:nvPr>
            <p:ph type="ctrTitle"/>
          </p:nvPr>
        </p:nvSpPr>
        <p:spPr>
          <a:xfrm>
            <a:off x="1524000" y="1122363"/>
            <a:ext cx="9144000" cy="1245933"/>
          </a:xfrm>
        </p:spPr>
        <p:txBody>
          <a:bodyPr>
            <a:normAutofit/>
          </a:bodyPr>
          <a:lstStyle/>
          <a:p>
            <a:r>
              <a:rPr lang="nl-NL" sz="4000" dirty="0"/>
              <a:t>Zelfintroductie:</a:t>
            </a:r>
            <a:br>
              <a:rPr lang="nl-NL" sz="4000" dirty="0"/>
            </a:br>
            <a:r>
              <a:rPr lang="nl-NL" sz="4000" dirty="0"/>
              <a:t>Flavien Burger</a:t>
            </a:r>
          </a:p>
        </p:txBody>
      </p:sp>
      <p:sp>
        <p:nvSpPr>
          <p:cNvPr id="3" name="Ondertitel 2">
            <a:extLst>
              <a:ext uri="{FF2B5EF4-FFF2-40B4-BE49-F238E27FC236}">
                <a16:creationId xmlns:a16="http://schemas.microsoft.com/office/drawing/2014/main" id="{3B864939-4AAC-165E-6551-CA65DEE7B9EF}"/>
              </a:ext>
            </a:extLst>
          </p:cNvPr>
          <p:cNvSpPr>
            <a:spLocks noGrp="1"/>
          </p:cNvSpPr>
          <p:nvPr>
            <p:ph type="subTitle" idx="1"/>
          </p:nvPr>
        </p:nvSpPr>
        <p:spPr>
          <a:xfrm>
            <a:off x="1524000" y="2368296"/>
            <a:ext cx="9144000" cy="2889504"/>
          </a:xfrm>
        </p:spPr>
        <p:txBody>
          <a:bodyPr>
            <a:normAutofit/>
          </a:bodyPr>
          <a:lstStyle/>
          <a:p>
            <a:r>
              <a:rPr lang="nl-NL" sz="3600" dirty="0"/>
              <a:t>1CSD2</a:t>
            </a:r>
          </a:p>
        </p:txBody>
      </p:sp>
    </p:spTree>
    <p:extLst>
      <p:ext uri="{BB962C8B-B14F-4D97-AF65-F5344CB8AC3E}">
        <p14:creationId xmlns:p14="http://schemas.microsoft.com/office/powerpoint/2010/main" val="1336479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90CFA3-77E6-E844-25F7-40D1F73EB49C}"/>
              </a:ext>
            </a:extLst>
          </p:cNvPr>
          <p:cNvSpPr>
            <a:spLocks noGrp="1"/>
          </p:cNvSpPr>
          <p:nvPr>
            <p:ph type="title"/>
          </p:nvPr>
        </p:nvSpPr>
        <p:spPr/>
        <p:txBody>
          <a:bodyPr/>
          <a:lstStyle/>
          <a:p>
            <a:r>
              <a:rPr lang="nl-NL" dirty="0"/>
              <a:t>Ik als </a:t>
            </a:r>
            <a:r>
              <a:rPr lang="nl-NL" dirty="0" err="1"/>
              <a:t>Pokemon</a:t>
            </a:r>
            <a:r>
              <a:rPr lang="nl-NL" dirty="0"/>
              <a:t> en kwaliteiten</a:t>
            </a:r>
          </a:p>
        </p:txBody>
      </p:sp>
      <p:sp>
        <p:nvSpPr>
          <p:cNvPr id="3" name="Tijdelijke aanduiding voor inhoud 2">
            <a:extLst>
              <a:ext uri="{FF2B5EF4-FFF2-40B4-BE49-F238E27FC236}">
                <a16:creationId xmlns:a16="http://schemas.microsoft.com/office/drawing/2014/main" id="{CB08DED0-C209-04E8-7EE1-5F23F3711663}"/>
              </a:ext>
            </a:extLst>
          </p:cNvPr>
          <p:cNvSpPr>
            <a:spLocks noGrp="1"/>
          </p:cNvSpPr>
          <p:nvPr>
            <p:ph idx="1"/>
          </p:nvPr>
        </p:nvSpPr>
        <p:spPr/>
        <p:txBody>
          <a:bodyPr/>
          <a:lstStyle/>
          <a:p>
            <a:r>
              <a:rPr lang="nl-NL" dirty="0"/>
              <a:t>Goede,                          Minder goede    Kwaliteiten                      </a:t>
            </a:r>
          </a:p>
          <a:p>
            <a:r>
              <a:rPr lang="nl-NL" dirty="0"/>
              <a:t>Ben sterk                      Technisch maakt verward</a:t>
            </a:r>
          </a:p>
          <a:p>
            <a:r>
              <a:rPr lang="nl-NL" dirty="0"/>
              <a:t>Ben erg aardig            Moeite met  communiceren</a:t>
            </a:r>
          </a:p>
          <a:p>
            <a:r>
              <a:rPr lang="nl-NL" dirty="0"/>
              <a:t>Hard werkend             treuzelt soms</a:t>
            </a:r>
          </a:p>
          <a:p>
            <a:r>
              <a:rPr lang="nl-NL" dirty="0"/>
              <a:t>Heb veel interesses   Raakt snel afgeleid</a:t>
            </a:r>
          </a:p>
          <a:p>
            <a:r>
              <a:rPr lang="nl-NL" dirty="0"/>
              <a:t>                                          Heb moeite om te beginnen</a:t>
            </a:r>
          </a:p>
          <a:p>
            <a:r>
              <a:rPr lang="nl-NL" dirty="0"/>
              <a:t>Kan goed plannen      paniek als veel moet doen</a:t>
            </a:r>
          </a:p>
          <a:p>
            <a:r>
              <a:rPr lang="nl-NL" dirty="0"/>
              <a:t>Wil met andere omgaan   erg onzeker over dingen</a:t>
            </a:r>
          </a:p>
        </p:txBody>
      </p:sp>
      <p:pic>
        <p:nvPicPr>
          <p:cNvPr id="5" name="Afbeelding 4" descr="Pawmot artwork by Ken Sugimori">
            <a:extLst>
              <a:ext uri="{FF2B5EF4-FFF2-40B4-BE49-F238E27FC236}">
                <a16:creationId xmlns:a16="http://schemas.microsoft.com/office/drawing/2014/main" id="{302836EB-2A86-5DDF-86DB-594C2F5DF399}"/>
              </a:ext>
            </a:extLst>
          </p:cNvPr>
          <p:cNvPicPr>
            <a:picLocks noChangeAspect="1"/>
          </p:cNvPicPr>
          <p:nvPr/>
        </p:nvPicPr>
        <p:blipFill>
          <a:blip r:embed="rId2"/>
          <a:stretch>
            <a:fillRect/>
          </a:stretch>
        </p:blipFill>
        <p:spPr>
          <a:xfrm>
            <a:off x="8848725" y="3048000"/>
            <a:ext cx="3343275" cy="3810000"/>
          </a:xfrm>
          <a:prstGeom prst="rect">
            <a:avLst/>
          </a:prstGeom>
        </p:spPr>
      </p:pic>
    </p:spTree>
    <p:extLst>
      <p:ext uri="{BB962C8B-B14F-4D97-AF65-F5344CB8AC3E}">
        <p14:creationId xmlns:p14="http://schemas.microsoft.com/office/powerpoint/2010/main" val="3617044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7D9E8E-4A81-019C-6A89-71E378A7D8A2}"/>
              </a:ext>
            </a:extLst>
          </p:cNvPr>
          <p:cNvSpPr>
            <a:spLocks noGrp="1"/>
          </p:cNvSpPr>
          <p:nvPr>
            <p:ph type="title"/>
          </p:nvPr>
        </p:nvSpPr>
        <p:spPr/>
        <p:txBody>
          <a:bodyPr/>
          <a:lstStyle/>
          <a:p>
            <a:r>
              <a:rPr lang="nl-NL" dirty="0"/>
              <a:t>Mij </a:t>
            </a:r>
            <a:r>
              <a:rPr lang="nl-NL" dirty="0" err="1"/>
              <a:t>theme</a:t>
            </a:r>
            <a:r>
              <a:rPr lang="nl-NL" dirty="0"/>
              <a:t> song</a:t>
            </a:r>
          </a:p>
        </p:txBody>
      </p:sp>
      <p:sp>
        <p:nvSpPr>
          <p:cNvPr id="3" name="Tijdelijke aanduiding voor inhoud 2">
            <a:extLst>
              <a:ext uri="{FF2B5EF4-FFF2-40B4-BE49-F238E27FC236}">
                <a16:creationId xmlns:a16="http://schemas.microsoft.com/office/drawing/2014/main" id="{68B8C5E1-6D90-12C5-38A5-9A2A7D572D4D}"/>
              </a:ext>
            </a:extLst>
          </p:cNvPr>
          <p:cNvSpPr>
            <a:spLocks noGrp="1"/>
          </p:cNvSpPr>
          <p:nvPr>
            <p:ph idx="1"/>
          </p:nvPr>
        </p:nvSpPr>
        <p:spPr/>
        <p:txBody>
          <a:bodyPr/>
          <a:lstStyle/>
          <a:p>
            <a:r>
              <a:rPr lang="nl-NL" dirty="0"/>
              <a:t>Een liedje vanuit een video game die een beetje verteld dat ik een harde gamer ben. Kan zelf niet echt een goede liedje vinden dus deed ik een met dat ik erg van games houd.</a:t>
            </a:r>
          </a:p>
          <a:p>
            <a:endParaRPr lang="nl-NL" dirty="0"/>
          </a:p>
          <a:p>
            <a:r>
              <a:rPr lang="nl-NL" dirty="0"/>
              <a:t>                              </a:t>
            </a:r>
            <a:r>
              <a:rPr lang="nl-NL" dirty="0" err="1"/>
              <a:t>Hoyo-Mix,Hanser</a:t>
            </a:r>
            <a:endParaRPr lang="nl-NL" dirty="0"/>
          </a:p>
          <a:p>
            <a:r>
              <a:rPr lang="nl-NL" dirty="0"/>
              <a:t>                              </a:t>
            </a:r>
            <a:r>
              <a:rPr lang="nl-NL" dirty="0">
                <a:hlinkClick r:id="rId2"/>
              </a:rPr>
              <a:t>https://www.youtube.com/watch?v=Q9ahUPq5Dq0</a:t>
            </a:r>
            <a:endParaRPr lang="nl-NL" dirty="0"/>
          </a:p>
        </p:txBody>
      </p:sp>
      <p:pic>
        <p:nvPicPr>
          <p:cNvPr id="4" name="Afbeelding 3" descr="A world where people are unable to raise their level but the weakest MC gets a chance to level up? That's a good Solo Leveling reference : r/HonkaiStarRail">
            <a:extLst>
              <a:ext uri="{FF2B5EF4-FFF2-40B4-BE49-F238E27FC236}">
                <a16:creationId xmlns:a16="http://schemas.microsoft.com/office/drawing/2014/main" id="{3D462306-4941-1668-6359-65AE16FBB29B}"/>
              </a:ext>
            </a:extLst>
          </p:cNvPr>
          <p:cNvPicPr>
            <a:picLocks noChangeAspect="1"/>
          </p:cNvPicPr>
          <p:nvPr/>
        </p:nvPicPr>
        <p:blipFill>
          <a:blip r:embed="rId3"/>
          <a:stretch>
            <a:fillRect/>
          </a:stretch>
        </p:blipFill>
        <p:spPr>
          <a:xfrm>
            <a:off x="1052703" y="3288791"/>
            <a:ext cx="2175129" cy="2175129"/>
          </a:xfrm>
          <a:prstGeom prst="rect">
            <a:avLst/>
          </a:prstGeom>
        </p:spPr>
      </p:pic>
    </p:spTree>
    <p:extLst>
      <p:ext uri="{BB962C8B-B14F-4D97-AF65-F5344CB8AC3E}">
        <p14:creationId xmlns:p14="http://schemas.microsoft.com/office/powerpoint/2010/main" val="575976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000CA5-1A36-9042-FFC7-F19D63C1D167}"/>
              </a:ext>
            </a:extLst>
          </p:cNvPr>
          <p:cNvSpPr>
            <a:spLocks noGrp="1"/>
          </p:cNvSpPr>
          <p:nvPr>
            <p:ph type="title"/>
          </p:nvPr>
        </p:nvSpPr>
        <p:spPr/>
        <p:txBody>
          <a:bodyPr/>
          <a:lstStyle/>
          <a:p>
            <a:r>
              <a:rPr lang="nl-NL" dirty="0"/>
              <a:t>Verwachtingen voor dit jaar</a:t>
            </a:r>
          </a:p>
        </p:txBody>
      </p:sp>
      <p:sp>
        <p:nvSpPr>
          <p:cNvPr id="3" name="Tijdelijke aanduiding voor inhoud 2">
            <a:extLst>
              <a:ext uri="{FF2B5EF4-FFF2-40B4-BE49-F238E27FC236}">
                <a16:creationId xmlns:a16="http://schemas.microsoft.com/office/drawing/2014/main" id="{2AD6D572-DEE0-6442-9B02-E3256CEDB527}"/>
              </a:ext>
            </a:extLst>
          </p:cNvPr>
          <p:cNvSpPr>
            <a:spLocks noGrp="1"/>
          </p:cNvSpPr>
          <p:nvPr>
            <p:ph idx="1"/>
          </p:nvPr>
        </p:nvSpPr>
        <p:spPr/>
        <p:txBody>
          <a:bodyPr/>
          <a:lstStyle/>
          <a:p>
            <a:r>
              <a:rPr lang="nl-NL" dirty="0"/>
              <a:t>Wat extra hulp zodat ik goed kan focussen op mij  opdrachten.</a:t>
            </a:r>
          </a:p>
          <a:p>
            <a:r>
              <a:rPr lang="nl-NL" dirty="0"/>
              <a:t>Dat ik al mijn opdrachten af kan maken en dat ik dan voorbereid voel voor volgend jaar.</a:t>
            </a:r>
          </a:p>
        </p:txBody>
      </p:sp>
    </p:spTree>
    <p:extLst>
      <p:ext uri="{BB962C8B-B14F-4D97-AF65-F5344CB8AC3E}">
        <p14:creationId xmlns:p14="http://schemas.microsoft.com/office/powerpoint/2010/main" val="2567154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19099F-CA4F-54F1-237D-FB9902558CF1}"/>
              </a:ext>
            </a:extLst>
          </p:cNvPr>
          <p:cNvSpPr>
            <a:spLocks noGrp="1"/>
          </p:cNvSpPr>
          <p:nvPr>
            <p:ph type="title"/>
          </p:nvPr>
        </p:nvSpPr>
        <p:spPr/>
        <p:txBody>
          <a:bodyPr/>
          <a:lstStyle/>
          <a:p>
            <a:r>
              <a:rPr lang="nl-NL" dirty="0"/>
              <a:t>Wat ik wil maken</a:t>
            </a:r>
          </a:p>
        </p:txBody>
      </p:sp>
      <p:sp>
        <p:nvSpPr>
          <p:cNvPr id="3" name="Tijdelijke aanduiding voor inhoud 2">
            <a:extLst>
              <a:ext uri="{FF2B5EF4-FFF2-40B4-BE49-F238E27FC236}">
                <a16:creationId xmlns:a16="http://schemas.microsoft.com/office/drawing/2014/main" id="{DE346991-0533-31CE-DE01-B318609B452B}"/>
              </a:ext>
            </a:extLst>
          </p:cNvPr>
          <p:cNvSpPr>
            <a:spLocks noGrp="1"/>
          </p:cNvSpPr>
          <p:nvPr>
            <p:ph idx="1"/>
          </p:nvPr>
        </p:nvSpPr>
        <p:spPr/>
        <p:txBody>
          <a:bodyPr/>
          <a:lstStyle/>
          <a:p>
            <a:r>
              <a:rPr lang="nl-NL" dirty="0"/>
              <a:t>Weet ik zelf niet echt, maar het lijkt me leuk om een puzzel game toe maken of een game van waarbij je zo lang mogelijk probeert in leven te blijven en extra punten krijgt door munten te verzamelen. Zoiets als dat.</a:t>
            </a:r>
          </a:p>
        </p:txBody>
      </p:sp>
    </p:spTree>
    <p:extLst>
      <p:ext uri="{BB962C8B-B14F-4D97-AF65-F5344CB8AC3E}">
        <p14:creationId xmlns:p14="http://schemas.microsoft.com/office/powerpoint/2010/main" val="1355266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C8D76D-DA17-144E-3FD0-1079BC7AE6C9}"/>
              </a:ext>
            </a:extLst>
          </p:cNvPr>
          <p:cNvSpPr>
            <a:spLocks noGrp="1"/>
          </p:cNvSpPr>
          <p:nvPr>
            <p:ph type="title"/>
          </p:nvPr>
        </p:nvSpPr>
        <p:spPr/>
        <p:txBody>
          <a:bodyPr/>
          <a:lstStyle/>
          <a:p>
            <a:r>
              <a:rPr lang="nl-NL" dirty="0"/>
              <a:t>Wat ik mijn jongere zelf vanuit de toekomst wil vertellen</a:t>
            </a:r>
          </a:p>
        </p:txBody>
      </p:sp>
      <p:sp>
        <p:nvSpPr>
          <p:cNvPr id="3" name="Tijdelijke aanduiding voor inhoud 2">
            <a:extLst>
              <a:ext uri="{FF2B5EF4-FFF2-40B4-BE49-F238E27FC236}">
                <a16:creationId xmlns:a16="http://schemas.microsoft.com/office/drawing/2014/main" id="{27CC5E71-9A1D-A37A-3343-D452D50A289B}"/>
              </a:ext>
            </a:extLst>
          </p:cNvPr>
          <p:cNvSpPr>
            <a:spLocks noGrp="1"/>
          </p:cNvSpPr>
          <p:nvPr>
            <p:ph idx="1"/>
          </p:nvPr>
        </p:nvSpPr>
        <p:spPr/>
        <p:txBody>
          <a:bodyPr/>
          <a:lstStyle/>
          <a:p>
            <a:r>
              <a:rPr lang="nl-NL" dirty="0"/>
              <a:t>Er zijn mensen die je graag willen helpen. Je moet gewoon proberen om zo vaak mogelijk naar help te vragen en probeer zo hard mogelijk te werken.</a:t>
            </a:r>
          </a:p>
        </p:txBody>
      </p:sp>
    </p:spTree>
    <p:extLst>
      <p:ext uri="{BB962C8B-B14F-4D97-AF65-F5344CB8AC3E}">
        <p14:creationId xmlns:p14="http://schemas.microsoft.com/office/powerpoint/2010/main" val="3853022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5FF038-6EDF-5136-1794-8AD20DDB42EB}"/>
              </a:ext>
            </a:extLst>
          </p:cNvPr>
          <p:cNvSpPr>
            <a:spLocks noGrp="1"/>
          </p:cNvSpPr>
          <p:nvPr>
            <p:ph type="title"/>
          </p:nvPr>
        </p:nvSpPr>
        <p:spPr/>
        <p:txBody>
          <a:bodyPr/>
          <a:lstStyle/>
          <a:p>
            <a:r>
              <a:rPr lang="nl-NL" dirty="0"/>
              <a:t>Selfie</a:t>
            </a:r>
          </a:p>
        </p:txBody>
      </p:sp>
      <p:pic>
        <p:nvPicPr>
          <p:cNvPr id="5" name="Tijdelijke aanduiding voor inhoud 4" descr="The image shows two people standing indo(m) in a room with a clock on the wall.&#10;&#10;Door AI gegenereerde inhoud is mogelijk onjuist.">
            <a:extLst>
              <a:ext uri="{FF2B5EF4-FFF2-40B4-BE49-F238E27FC236}">
                <a16:creationId xmlns:a16="http://schemas.microsoft.com/office/drawing/2014/main" id="{20A06F8A-4932-F4D4-C6DA-81DF84AE1AF7}"/>
              </a:ext>
            </a:extLst>
          </p:cNvPr>
          <p:cNvPicPr>
            <a:picLocks noGrp="1" noChangeAspect="1"/>
          </p:cNvPicPr>
          <p:nvPr>
            <p:ph idx="1"/>
          </p:nvPr>
        </p:nvPicPr>
        <p:blipFill>
          <a:blip r:embed="rId2"/>
          <a:stretch>
            <a:fillRect/>
          </a:stretch>
        </p:blipFill>
        <p:spPr>
          <a:xfrm>
            <a:off x="2525720" y="1798193"/>
            <a:ext cx="3263503" cy="4351338"/>
          </a:xfrm>
          <a:prstGeom prst="rect">
            <a:avLst/>
          </a:prstGeom>
        </p:spPr>
      </p:pic>
    </p:spTree>
    <p:extLst>
      <p:ext uri="{BB962C8B-B14F-4D97-AF65-F5344CB8AC3E}">
        <p14:creationId xmlns:p14="http://schemas.microsoft.com/office/powerpoint/2010/main" val="1627915614"/>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239</Words>
  <Application>Microsoft Office PowerPoint</Application>
  <PresentationFormat>Breedbeeld</PresentationFormat>
  <Paragraphs>24</Paragraphs>
  <Slides>7</Slides>
  <Notes>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7</vt:i4>
      </vt:variant>
    </vt:vector>
  </HeadingPairs>
  <TitlesOfParts>
    <vt:vector size="11" baseType="lpstr">
      <vt:lpstr>Aptos</vt:lpstr>
      <vt:lpstr>Aptos Display</vt:lpstr>
      <vt:lpstr>Arial</vt:lpstr>
      <vt:lpstr>Kantoorthema</vt:lpstr>
      <vt:lpstr>Zelfintroductie: Flavien Burger</vt:lpstr>
      <vt:lpstr>Ik als Pokemon en kwaliteiten</vt:lpstr>
      <vt:lpstr>Mij theme song</vt:lpstr>
      <vt:lpstr>Verwachtingen voor dit jaar</vt:lpstr>
      <vt:lpstr>Wat ik wil maken</vt:lpstr>
      <vt:lpstr>Wat ik mijn jongere zelf vanuit de toekomst wil vertellen</vt:lpstr>
      <vt:lpstr>Selfie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flavien burger</dc:creator>
  <cp:lastModifiedBy>flavien burger</cp:lastModifiedBy>
  <cp:revision>3</cp:revision>
  <dcterms:created xsi:type="dcterms:W3CDTF">2026-09-03T09:08:45Z</dcterms:created>
  <dcterms:modified xsi:type="dcterms:W3CDTF">2026-09-03T09:55:21Z</dcterms:modified>
</cp:coreProperties>
</file>